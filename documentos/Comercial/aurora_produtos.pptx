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AURORA S.A.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financeiras para empresas que crescem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Institucional de Produtos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somos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Aurora S.A. é uma instituição financeira fundada em 2011, com sede em São Paulo e atuação em todo o território nacional. Combinamos atendimento consultivo e tecnologia própria para oferecer soluções de crédito, conta digital e investimentos a empresas de todos os portes.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221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498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de fundação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365760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38221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4498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365760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38221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mil+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89120" y="4498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365760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8221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pts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4498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institucional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1188720"/>
            <a:ext cx="3749040" cy="3749040"/>
          </a:xfrm>
          <a:prstGeom prst="ellipse">
            <a:avLst/>
          </a:prstGeom>
          <a:solidFill>
            <a:srgbClr val="F5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1828800"/>
            <a:ext cx="2468880" cy="2468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9006840" y="2331720"/>
            <a:ext cx="1463040" cy="1463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23317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Solidez 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S.A. — Uso Comercial Externo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 das empresas hoje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737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crédito lento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2194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burocráticos atrasam decisões e travam o crescimento.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fragmentados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usam vários bancos e sistemas que não conversam entre si.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suporte consultivo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5029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instituições oferecem orientação financeira real, não só produtos.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S.A. — Uso Comercial Externo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proposta de valor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5F7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de crédito digital em até 5 minutos para operações padrão.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5F7FC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0664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dedicada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2286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relacionamento especializado por segmento de negócio.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5F7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própria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617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única integrando conta, cartões, crédito e investimentos.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70332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5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084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0840" y="4617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e condições claras, sem letras miúdas.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S.A. — Uso Comercial Externo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Portfólio de produtos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28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PJ Digital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100% online, sem tarifa de manutenção.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/>
        </p:spPr>
      </p:sp>
      <p:sp>
        <p:nvSpPr>
          <p:cNvPr id="9" name="Shape 7"/>
          <p:cNvSpPr/>
          <p:nvPr/>
        </p:nvSpPr>
        <p:spPr>
          <a:xfrm>
            <a:off x="3749040" y="1828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0332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Empresarial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3337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giro e financiamento de investimentos.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6629400" y="1828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8368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Corporativos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337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despesas com limites configuráveis por time.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8972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9509760" y="1828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5097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46404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64040" y="3337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de caixa com liquidez diária e renda fixa.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S.A. — Uso Comercial Externo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contratar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65960" y="3108960"/>
            <a:ext cx="68580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020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8620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8862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0896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5820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8096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até 48h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 total: 5 dias úteis, da solicitação à ativação da conta.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S.A. — Uso Comercial Externo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Segmentos que atendemos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414016"/>
            <a:ext cx="274320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Varejo e Comércio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80560" y="18288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141B4D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414016"/>
            <a:ext cx="274320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5166360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21040" y="18288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141B4D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0" y="2414016"/>
            <a:ext cx="274320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9006840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e Serviços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141B4D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968496"/>
            <a:ext cx="274320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33832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Agronegócio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80560" y="338328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141B4D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3968496"/>
            <a:ext cx="274320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33832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21040" y="338328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141B4D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3968496"/>
            <a:ext cx="274320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0" name="Text 18"/>
          <p:cNvSpPr/>
          <p:nvPr/>
        </p:nvSpPr>
        <p:spPr>
          <a:xfrm>
            <a:off x="9006840" y="33832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S.A. — Uso Comercial Externo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F5F7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conversar?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equipe comercial está pronta para entender o momento do seu negócio e apresentar a solução financeira mais adequada.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493008"/>
            <a:ext cx="201168" cy="20116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3383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Comercial:  operacoescomerciais@aurora.com.br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995928"/>
            <a:ext cx="201168" cy="20116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886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institucional:  www.aurora.com.br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4498848"/>
            <a:ext cx="201168" cy="20116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389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Telefone:  0800 000 0000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AURORA S.A.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S.A. — Uso Comercial Externo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2026-08-05T21:16:40Z</dcterms:created>
  <dcterms:modified xsi:type="dcterms:W3CDTF">2026-08-05T21:16:40Z</dcterms:modified>
</cp:coreProperties>
</file>